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1033272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2FF"/>
                </a:solidFill>
              </a:defRPr>
            </a:pPr>
            <a:r>
              <a:t>Diorama 3D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Visualizador 3D Completo - Computacao Grafica 2026/1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Unisinos - Ciencia da Computacao (Hibrido)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Aluno: amarqs182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Objetivo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Integrar todos os topicos do semestre em uma unica aplicacao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Demonstrar dominio do pipeline grafico completo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Visualizador funcional com interacao em tempo real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Topicos integrados: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 OpenGL 4.x  |  Camera FPS  |  Iluminacao Phong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 Curvas de Bezier  |  Texturas  |  Carregamento .obj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 Interface ImGui  |  Materiais .mtl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Arquitetura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MainDiorama.cpp - Aplicacao principal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Camera.cpp - Camera FPS (WASD + mouse)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ObjParser.cpp - Parser .obj/.mtl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Trajectory.cpp - Curvas de Bezier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SceneParser.cpp - Leitura de cena 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Dependencias (FetchContent):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 GLFW 3.4 - Janela e input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 GLM - Matrizes e math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 stb_image - Carregamento de imagens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 ImGui 1.91.8 - Interface grafica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 GLAD - OpenGL loader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Cena do Diorama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5 Objetos: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Cubo Principal (vermelho)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Esfera Texturizada (pixelWall)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Piramide Azul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Chao (cinza)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Suzanne - modelo .obj (macaco)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3 Fontes de Luz (Phong):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 Key Light - luz principal (branca)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 Fill Light - luz secundaria (azulada)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 Back Light - luz traseira (quente)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Arquivo de configuracao: scene.json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Funcionalidades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</a:defRPr>
            </a:pPr>
            <a:r>
              <a:t>Camera FPS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WASD - Mover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Q/E - Subir/Descer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Mouse - Olhar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Scroll - Zoom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</a:defRPr>
            </a:pPr>
            <a:r>
              <a:t>Transformacoes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TAB - Trocar objeto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IJKL - Transladar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U/O - Rotacionar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+/- - Escalar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</a:defRPr>
            </a:pPr>
            <a:r>
              <a:t>Iluminacao Phong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F1/F2/F3 - Lig/deslig luz 1/2/3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F4 - Lig/deslig todas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ImGui - Editar posicao/cor/intensidade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</a:defRPr>
            </a:pPr>
            <a:r>
              <a:t>Texturas e Materiais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114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Carregamento automatico .mtl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Troca manual via ImGui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Edicao de Ka, Kd, Ks, shininess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</a:defRPr>
            </a:pPr>
            <a:r>
              <a:t>Animacao: SPACE (ativar) | B (Bezier) | 1-5 (pontos) | R (resetar) | UP/DOWN (velocidade)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Iluminacao Phong - Fragment Shader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45720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Modelo de iluminacao com 3 componentes: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Ambient:  Ka * lightColor * lightIntensity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Diffuse:  Kd * max(dot(N, L), 0.0) * lightColor * lightIntensity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Specular: Ks * pow(max(dot(V, R), 0.0), shininess) * lightColor * lightIntensity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Atenuacao: 1.0 / (Kc + Kl*d + Kq*d^2)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Resultado = (ambient + diffuse) * objectColor + specular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Desafios Tecnicos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Dangling pointer: SceneObject local era destruido antes do render loop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Solucao: armazenar por valor (SceneObject config) em vez de ponteiro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Shaders #version 450 vs OpenGL 4.1 context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Solucao: alterar para #version 410 para compatibilidade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Shallow clone impedia push para GitHub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Solucao: git fetch --unshallow antes do push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Parser .obj com suporte a multi-materiais e texturas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Referencias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LearnOpenGL - https://learnopengl.com/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OpenGL Documentation - https://docs.gl/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GLM Documentation - https://glm.g-truc.net/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ImGui Documentation - https://github.com/ocornut/imgui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GLAD Generator - https://glad.dav1d.de/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CMake FetchContent - https://cmake.org/cmake/help/latest/module/FetchContent.html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Suzanne model - Blender (开源)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Texturas - https://ambientcg.com/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033272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D2FF"/>
                </a:solidFill>
              </a:defRPr>
            </a:pPr>
            <a:r>
              <a:t>Obrigado!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</a:defRPr>
            </a:pPr>
            <a:r>
              <a:t>github.com/amarqs182/CGCCHibrido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Perguntas?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
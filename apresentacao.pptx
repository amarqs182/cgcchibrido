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743200"/>
            <a:ext cx="1033272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</a:defRPr>
            </a:pPr>
            <a:r>
              <a:t>Diorama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Visualizador 3D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Computacao Grafica 2026/1  |  Unisinos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Aluno: amarqs182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O que e o Diorama?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Um visualizador 3D que integra TODOS os topicos do semestre: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OpenGL 4.x       - Renderizacao grafica moderna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Camera FPS        - Navegacao livre pela cena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Iluminacao Phong  - 3 fontes de luz pontuais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Curvas de Bezier  - Animacao de trajetorias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Texturas          - Mapeamento de imagens nos objetos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Modelos .obj      - Carregamento de malhas 3D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Materiais .mtl     - Propriedades opticas dos objetos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ImGui             - Interface grafica para controle em tempo real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Tudo em uma unica cena (diorama) com interacao completa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Arquitetura do Sistema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Modulos Principais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MainDiorama.cpp  -  Orquestrador central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Setup da cena, shaders, render loop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Integracao com ImGui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Camera.cpp  -  Camera FPS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Movimento livre + mouse look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ObjParser.cpp  -  Parser de modelos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Leitura .obj + .mtl + texturas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Trajectory.cpp  -  Curvas de Bezier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Interpolacao e animacao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Dependencias Externas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GLFW 3.4  -  Janela e input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Criacao de janela, callbacks de teclado/mouse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GLM  -  Matematica para graphics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Matrizes, vetores, transformacoes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stb_image  -  Carregamento de imagens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Leitura de PNG/JPG para texturas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ImGui 1.91.8  -  Interface grafica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Paineis de controle em tempo real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GLAD  -  OpenGL loader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Carregamento de funcoes OpenGL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A Cena do Diorama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5 Objetos 3D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1. Cubo Principal  (vermelho)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Geometria procedural, material Phong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2. Esfera Texturizada  (pixelWall)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Geometria procedural, textura PNG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3. Piramide Azul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Geometria procedural, rotacao 45 graus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4. Chao  (cinza)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Cubo escalado como plano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5. Suzanne  (macaco)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Modelo .obj + .mtl + textura automatica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3 Fontes de Luz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Key Light  (principal)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Posicao: (5, 5, 5)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Cor: branca, Intensidade: 1.0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Fill Light  (secundaria)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Posicao: (-3, 3, 2)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Cor: azulada, Intensidade: 0.6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Back Light  (traseira)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Posicao: (0, 3, -5)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Cor: quente, Intensidade: 0.4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Configuracao em scene.json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Camera FPS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Navegacao livre em primeira pessoa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Mesmo controle de jogos FPS (First Person Shooter)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Implementada na classe Camera (Camera.h / Camera.cpp)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Atalhos de Teclado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W  -  Mover para frente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S  -  Mover para tras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A  -  Mover para esquerda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D  -  Mover para direita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Q  -  Mover para baixo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E  -  Mover para cima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3832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Movimento do mouse  -  Olhar em volta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Scroll  -  Zoom in/out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Cursor bloqueado na janela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// Camera com posicao inicial em (0, 2, 8)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Camera camera(glm::vec3(0.0f, 2.0f, 8.0f));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glm::mat4 view = camera.getViewMatrix();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glm::mat4 proj = camera.getProjectionMatrix();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881359" cy="15544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Transformacoes 3D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Operacoes de Model Matrix: Translacao, Rotacao e Escala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Objetos podem ser selecionados e manipulados individualmente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Atalhos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TAB  -  Trocar objeto selecionado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I / K  -  Transladar no eixo Z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J / L  -  Transladar no eixo X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U / O  -  Rotacionar no eixo Y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+  -  Aumentar escala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-  -  Diminuir escala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// Aplicando transformacoes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glm::mat4 transform(1.0f);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transform = glm::translate(transform, pos);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transform = glm::rotate(transform,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    glm::radians(rot.y),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    glm::vec3(0.0f, 1.0f, 0.0f));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transform = glm::scale(transform, scl);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// Enviar para o shader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glUniformMatrix4fv(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    glGetUniformLocation(program, "model"),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    1, GL_FALSE, glm::value_ptr(transform));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79"/>
            <a:ext cx="5212080" cy="38404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Iluminacao Phong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Modelo de iluminacao local com 3 componentes: Ambient + Diffuse + Specular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Atalhos de Luz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F1  -  Lig/deslig Key Light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F2  -  Lig/deslig Fill Light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F3  -  Lig/deslig Back Light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F4  -  Lig/deslig todas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ImGui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432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Ativar/desligar cada luz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Editar posicao (arrastar)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Editar cor (color picker)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Ajustar intensidade (slider)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// Fragment Shader - Phong Lighting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vec3 ambient  = Ka * lightColor[i] * lightIntensity[i];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float diff    = max(dot(N, L), 0.0);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vec3 diffuse  = Kd * diff * lightColor[i] * lightIntensity[i];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float spec    = pow(max(dot(V, R), 0.0), shininess);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vec3 specular = Ks * spec * lightColor[i] * lightIntensity[i];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result += (ambient + diffuse) * objectColor + specular;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480560"/>
            <a:ext cx="10881359" cy="219456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Texturas e Materiais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Materiais (.mtl)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Ka  -  Coeficiente ambiental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Kd  -  Coeficiente difuso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Ks  -  Coeficiente especular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Ns  -  Expoente de brilho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map_Kd  -  Textura difusa (imagem)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Carregamento automatico do .mtl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Edicao em tempo real via ImGui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Troca de Texturas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Automatica: textura definida no .mtl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Manual: selecionar no painel ImGui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Opcoes disponiveis: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Nenhuma (remover textura)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Pixel Wall (assets/tex/)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Suzanne (assets/Modelos3D/)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Suzanne UV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// Carregamento de textura com stb_image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unsigned char *data = stbi_load(filename.c_str(), &amp;width, &amp;height, &amp;nrChannels, 0);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glTexImage2D(GL_TEXTURE_2D, 0, format, width, height, 0, format, GL_UNSIGNED_BYTE, data);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glGenerateMipmap(GL_TEXTURE_2D);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10881359" cy="20116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Carregamento de Modelos .obj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45720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Parser completo para arquivos Wavefront (.obj) com suporte a .mtl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Dados Extraidos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v  -  Posicoes dos vertices (x, y, z)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vn -  Normais para iluminacao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vt -  Coordenadas de textura (u, v)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f  -  Faces (indices dos vertices)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mtllib  -  Arquivo de material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usemtl  -  Material aplicado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Modelo: Suzanne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555 vertices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2901 indices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1 material (Material.001)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Textura: Suzanne.png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Carregado automaticamente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// Carregamento do modelo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renderObj.objMesh = ObjParser::loadFromFile(obj-&gt;texture);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string texPath = ObjParser::getTexturePath(renderObj.objMesh);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renderObj.textureID = carregaTextura(texPath);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881359" cy="15544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Animacao com Curvas de Bezier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45720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Objetos percorrem trajetorias definidas por curvas parametricas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Controles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SPACE  -  Ativar/desativar trajetoria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B  -  Alternar modo Bezier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1  -  Adicionar ponto de controle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2  -  Remover ultimo ponto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3  -  Limpar todos os pontos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4  -  Adicionar ponto Bezier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5  -  Remover ponto Bezier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R  -  Resetar trajetoria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UP/DOWN  -  Ajustar velocidade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432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Linear  -  Interpolacao entre pontos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glm::mix(p1, p2, t)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Bezier  -  Curva de grau N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Algoritmo de De Casteljau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// De Casteljau - avaliacao de curva de Bezier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for (int k = 1; k &lt; n; k++)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    for (int i = 0; i &lt; n - k; i++)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        temp[i] = glm::mix(temp[i], temp[i+1], t);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881359" cy="15544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Desafios Tecnicos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4444"/>
                </a:solidFill>
              </a:defRPr>
            </a:pPr>
            <a:r>
              <a:t>Problema: SIGSEGV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Crash apos 4-8 segundos do inicio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Causa: SceneObject* apontava para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variavel local destruida (dangling pointer)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Solucao: mudar de ponteiro para valor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SceneObject* config  -&gt;  SceneObject 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</a:defRPr>
            </a:pPr>
            <a:r>
              <a:t>Incompatibilidade de Shaders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Shaders usavam #version 450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Contexto OpenGL era 4.1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Solucao: alterar para #version 410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para compatibilidade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</a:defRPr>
            </a:pPr>
            <a:r>
              <a:t>Shallow Clone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Git clone era shallow (historia incompleta)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Impedia push para GitHub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Solucao: git fetch --unshallow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</a:defRPr>
            </a:pPr>
            <a:r>
              <a:t>Integracao ImGui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8463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Init precisa ser feito apos GLAD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NewFrame antes de cada render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RenderDrawData apos cena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Cleanup no final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Documentacao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LearnOpenGL  -  https://learnopengl.com/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OpenGL Docs  -  https://docs.gl/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GLM Docs  -  https://glm.g-truc.net/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ImGui Docs  -  github.com/ocornut/imgui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GLAD Generator  -  https://glad.dav1d.de/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Assets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Suzanne  -  Blender (open source, CC-BY)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Texturas  -  https://ambientcg.com/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Modelos  -  https://sketchfab.com/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 https://free3d.com/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Bibliografia do Curso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CCCCCC"/>
                </a:solidFill>
              </a:defRPr>
            </a:pPr>
            <a:r>
              <a:t>Material de aula: Computacao Grafica 2026/1 - Unisinos</a:t>
            </a:r>
          </a:p>
          <a:p>
            <a:pPr>
              <a:spcAft>
                <a:spcPts val="400"/>
              </a:spcAft>
              <a:defRPr sz="1600">
                <a:solidFill>
                  <a:srgbClr val="CCCCCC"/>
                </a:solidFill>
              </a:defRPr>
            </a:pPr>
            <a:r>
              <a:t>CMake FetchContent  -  https://cmake.org/cmake/help/latest/module/FetchContent.html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926080"/>
            <a:ext cx="1033272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00D2FF"/>
                </a:solidFill>
              </a:defRPr>
            </a:pPr>
            <a:r>
              <a:t>Obrigado!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github.com/amarqs182/CGCCHibrido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Perguntas?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